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discuss AI Agents, MCP, and Agentic AI — not from a coding view, but what they mean strategically for us at Fiserv.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no longer just hype. It’s becoming part of IT strategy, especially in financial services where compliance and speed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are not just chatbots. They can take actions: fetch data, analyze, and respond intelligently.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Fiserv, this means automating repetitive IT and compliance tasks, boosting productivity without replacing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standardizes how AI securely interacts with tools, APIs, and data, ensuring compliance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prevents uncontrolled AI usage. We get all the efficiency benefits but keep compliance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 is about orchestration: agents working together, making decisions, and calling tools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reduces turnaround time and ensures consistency. Perfect for regulated onboarding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manual triage, the agent can resolve simple issues or route critical ones to IT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has risks. But with guardrails like governance, explainability, and approvals, we can use it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Managers don’t need to code. They need to guide adoption: where AI fits, and how to control its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managers to think of AI agents as part of their strategy toolbox, not just tech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Agents, MCP, and Agentic AI</a:t>
            </a:r>
          </a:p>
          <a:p>
            <a:r>
              <a:t>What IT Managers Need to Know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Fiserv Germany | Internal IT Managers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Efficiency pressures</a:t>
            </a:r>
          </a:p>
          <a:p>
            <a:pPr>
              <a:defRPr sz="1800"/>
            </a:pPr>
            <a:r>
              <a:t>Compliance requirements</a:t>
            </a:r>
          </a:p>
          <a:p>
            <a:pPr>
              <a:defRPr sz="1800"/>
            </a:pPr>
            <a:r>
              <a:t>Competitive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Software entities powered by AI</a:t>
            </a:r>
          </a:p>
          <a:p>
            <a:pPr>
              <a:defRPr sz="1800"/>
            </a:pPr>
            <a:r>
              <a:t>They perceive, reason, and act</a:t>
            </a:r>
          </a:p>
          <a:p>
            <a:pPr>
              <a:defRPr sz="1800"/>
            </a:pPr>
            <a:r>
              <a:t>Analogy: junior colleague who can handle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matter for Fiserv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Automating log analysis</a:t>
            </a:r>
          </a:p>
          <a:p>
            <a:pPr>
              <a:defRPr sz="1800"/>
            </a:pPr>
            <a:r>
              <a:t>Faster KYC checks</a:t>
            </a:r>
          </a:p>
          <a:p>
            <a:pPr>
              <a:defRPr sz="1800"/>
            </a:pPr>
            <a:r>
              <a:t>Merchant onboarding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Context Protocol (MCP)</a:t>
            </a:r>
          </a:p>
          <a:p>
            <a:pPr>
              <a:defRPr sz="1800"/>
            </a:pPr>
            <a:r>
              <a:t>Secure adapter between AI and enterprise tools</a:t>
            </a:r>
          </a:p>
          <a:p>
            <a:pPr>
              <a:defRPr sz="1800"/>
            </a:pPr>
            <a:r>
              <a:t>Think: universal plug-and-play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matters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Security &amp; governance</a:t>
            </a:r>
          </a:p>
          <a:p>
            <a:pPr>
              <a:defRPr sz="1800"/>
            </a:pPr>
            <a:r>
              <a:t>Auditability</a:t>
            </a:r>
          </a:p>
          <a:p>
            <a:pPr>
              <a:defRPr sz="1800"/>
            </a:pPr>
            <a:r>
              <a:t>Controlled AI access to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Agents that plan, collaborate, and orchestrate</a:t>
            </a:r>
          </a:p>
          <a:p>
            <a:pPr>
              <a:defRPr sz="1800"/>
            </a:pPr>
            <a:r>
              <a:t>Multiple agents solving complex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Merchant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Upload docs</a:t>
            </a:r>
          </a:p>
          <a:p>
            <a:pPr>
              <a:defRPr sz="1800"/>
            </a:pPr>
            <a:r>
              <a:t>Step 2: Agent extracts data</a:t>
            </a:r>
          </a:p>
          <a:p>
            <a:pPr>
              <a:defRPr sz="1800"/>
            </a:pPr>
            <a:r>
              <a:t>Step 3: Call KYC API</a:t>
            </a:r>
          </a:p>
          <a:p>
            <a:pPr>
              <a:defRPr sz="1800"/>
            </a:pPr>
            <a:r>
              <a:t>Step 4: Compliance check</a:t>
            </a:r>
          </a:p>
          <a:p>
            <a:pPr>
              <a:defRPr sz="1800"/>
            </a:pPr>
            <a:r>
              <a:t>Step 5: Output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IT Ops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Logs generate alert</a:t>
            </a:r>
          </a:p>
          <a:p>
            <a:pPr>
              <a:defRPr sz="1800"/>
            </a:pPr>
            <a:r>
              <a:t>Step 2: Agent triages</a:t>
            </a:r>
          </a:p>
          <a:p>
            <a:pPr>
              <a:defRPr sz="1800"/>
            </a:pPr>
            <a:r>
              <a:t>Step 3: Auto-fix or escalate</a:t>
            </a:r>
          </a:p>
          <a:p>
            <a:pPr>
              <a:defRPr sz="1800"/>
            </a:pPr>
            <a:r>
              <a:t>Step 4: Manager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Risks: Hallucinations, GDPR issues, Shadow IT</a:t>
            </a:r>
          </a:p>
          <a:p>
            <a:pPr>
              <a:defRPr sz="1800"/>
            </a:pPr>
            <a:r>
              <a:t>Mitigations: Governance, human-in-loop, explainability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Identify where agents save time</a:t>
            </a:r>
          </a:p>
          <a:p>
            <a:pPr>
              <a:defRPr sz="1800"/>
            </a:pPr>
            <a:r>
              <a:t>Start with low-risk pilots</a:t>
            </a:r>
          </a:p>
          <a:p>
            <a:pPr>
              <a:defRPr sz="1800"/>
            </a:pPr>
            <a:r>
              <a:t>Governance &amp; compliance from day 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Agents + MCP + Agentic AI = Strategic Lever</a:t>
            </a:r>
          </a:p>
          <a:p>
            <a:pPr>
              <a:defRPr sz="1800"/>
            </a:pPr>
            <a:r>
              <a:t>Next steps: Identify pilot areas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