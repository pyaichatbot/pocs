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we’ll discuss AI Agents, MCP, and Agentic AI — not from a coding view, but what they mean strategically for us at Fiserv.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is no longer just hype. It’s becoming part of IT strategy, especially in financial services where compliance and speed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Agents are not just chatbots. They can take actions: fetch data, analyze, and respond intelligently.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Fiserv, this means automating repetitive IT and compliance tasks, boosting productivity without replacing staff.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 standardizes how AI securely interacts with tools, APIs, and data, ensuring compliance and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 prevents uncontrolled AI usage. We get all the efficiency benefits but keep compliance intact.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Agentic AI is about orchestration: agents working together, making decisions, and calling tools as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reduces turnaround time and ensures consistency. Perfect for regulated onboarding processes.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Instead of manual triage, the agent can resolve simple issues or route critical ones to IT managers.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has risks. But with guardrails like governance, explainability, and approvals, we can use it responsibly.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Managers don’t need to code. They need to guide adoption: where AI fits, and how to control its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managers to think of AI agents as part of their strategy toolbox, not just tech experiments.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must be controlled in finance. Governance ensures AI actions are traceable, compliant with GDPR and AML/KYC, and free from hidden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Adopting AI isn’t big-bang. Start with a pilot (e.g. onboarding), prove ROI, review compliance, then scale responsibly.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doesn’t replace staff. It helps. Example: AI flags a suspicious transaction, but compliance officer makes the final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IT managers, this is where AI feels most tangible: agents that watch systems 24/7, fix small issues, and escalate bigger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future is AI agents collaborating across systems, using secure standards, and pulling knowledge from trusted company data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Agents, MCP, and Agentic AI</a:t>
            </a:r>
          </a:p>
          <a:p>
            <a:r>
              <a:t>What IT Managers Need to Know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Fiserv Germany | Internal IT Managers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Efficiency pressures</a:t>
            </a:r>
          </a:p>
          <a:p>
            <a:pPr>
              <a:defRPr sz="1800"/>
            </a:pPr>
            <a:r>
              <a:t>Compliance requirements</a:t>
            </a:r>
          </a:p>
          <a:p>
            <a:pPr>
              <a:defRPr sz="1800"/>
            </a:pPr>
            <a:r>
              <a:t>Competitive edge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AI Agents?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Software entities powered by AI</a:t>
            </a:r>
          </a:p>
          <a:p>
            <a:pPr>
              <a:defRPr sz="1800"/>
            </a:pPr>
            <a:r>
              <a:t>They perceive, reason, and act</a:t>
            </a:r>
          </a:p>
          <a:p>
            <a:pPr>
              <a:defRPr sz="1800"/>
            </a:pPr>
            <a:r>
              <a:t>Analogy: junior colleague who can handle tasks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Agents matter for Fiserv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Automating log analysis</a:t>
            </a:r>
          </a:p>
          <a:p>
            <a:pPr>
              <a:defRPr sz="1800"/>
            </a:pPr>
            <a:r>
              <a:t>Faster KYC checks</a:t>
            </a:r>
          </a:p>
          <a:p>
            <a:pPr>
              <a:defRPr sz="1800"/>
            </a:pPr>
            <a:r>
              <a:t>Merchant onboarding automation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MCP?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Model Context Protocol (MCP)</a:t>
            </a:r>
          </a:p>
          <a:p>
            <a:pPr>
              <a:defRPr sz="1800"/>
            </a:pPr>
            <a:r>
              <a:t>Secure adapter between AI and enterprise tools</a:t>
            </a:r>
          </a:p>
          <a:p>
            <a:pPr>
              <a:defRPr sz="1800"/>
            </a:pPr>
            <a:r>
              <a:t>Think: universal plug-and-play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MCP matters in 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Security &amp; governance</a:t>
            </a:r>
          </a:p>
          <a:p>
            <a:pPr>
              <a:defRPr sz="1800"/>
            </a:pPr>
            <a:r>
              <a:t>Auditability</a:t>
            </a:r>
          </a:p>
          <a:p>
            <a:pPr>
              <a:defRPr sz="1800"/>
            </a:pPr>
            <a:r>
              <a:t>Controlled AI access to APIs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Agentic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Agents that plan, collaborate, and orchestrate</a:t>
            </a:r>
          </a:p>
          <a:p>
            <a:pPr>
              <a:defRPr sz="1800"/>
            </a:pPr>
            <a:r>
              <a:t>Multiple agents solving complex workflows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Example: Merchant Onboarding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Step 1: Upload docs</a:t>
            </a:r>
          </a:p>
          <a:p>
            <a:pPr>
              <a:defRPr sz="1800"/>
            </a:pPr>
            <a:r>
              <a:t>Step 2: Agent extracts data</a:t>
            </a:r>
          </a:p>
          <a:p>
            <a:pPr>
              <a:defRPr sz="1800"/>
            </a:pPr>
            <a:r>
              <a:t>Step 3: Call KYC API</a:t>
            </a:r>
          </a:p>
          <a:p>
            <a:pPr>
              <a:defRPr sz="1800"/>
            </a:pPr>
            <a:r>
              <a:t>Step 4: Compliance check</a:t>
            </a:r>
          </a:p>
          <a:p>
            <a:pPr>
              <a:defRPr sz="1800"/>
            </a:pPr>
            <a:r>
              <a:t>Step 5: Output ready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Example: IT Ops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Step 1: Logs generate alert</a:t>
            </a:r>
          </a:p>
          <a:p>
            <a:pPr>
              <a:defRPr sz="1800"/>
            </a:pPr>
            <a:r>
              <a:t>Step 2: Agent triages</a:t>
            </a:r>
          </a:p>
          <a:p>
            <a:pPr>
              <a:defRPr sz="1800"/>
            </a:pPr>
            <a:r>
              <a:t>Step 3: Auto-fix or escalate</a:t>
            </a:r>
          </a:p>
          <a:p>
            <a:pPr>
              <a:defRPr sz="1800"/>
            </a:pPr>
            <a:r>
              <a:t>Step 4: Manager notified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Risks: Hallucinations, GDPR issues, Shadow IT</a:t>
            </a:r>
          </a:p>
          <a:p>
            <a:pPr>
              <a:defRPr sz="1800"/>
            </a:pPr>
            <a:r>
              <a:t>Mitigations: Governance, human-in-loop, explainability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Manager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Identify where agents save time</a:t>
            </a:r>
          </a:p>
          <a:p>
            <a:pPr>
              <a:defRPr sz="1800"/>
            </a:pPr>
            <a:r>
              <a:t>Start with low-risk pilots</a:t>
            </a:r>
          </a:p>
          <a:p>
            <a:pPr>
              <a:defRPr sz="1800"/>
            </a:pPr>
            <a:r>
              <a:t>Governance &amp; compliance from day 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 Agents + MCP + Agentic AI = Strategic Lever</a:t>
            </a:r>
          </a:p>
          <a:p>
            <a:pPr>
              <a:defRPr sz="1800"/>
            </a:pPr>
            <a:r>
              <a:t>Next steps: Identify pilot areas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Governance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Audit trails for agent actions</a:t>
            </a:r>
          </a:p>
          <a:p>
            <a:pPr>
              <a:defRPr sz="1800"/>
            </a:pPr>
            <a:r>
              <a:t>Explainability &amp; transparency</a:t>
            </a:r>
          </a:p>
          <a:p>
            <a:pPr>
              <a:defRPr sz="1800"/>
            </a:pPr>
            <a:r>
              <a:t>Bias detection &amp; fairness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Adoption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Step 1: Small pilots</a:t>
            </a:r>
          </a:p>
          <a:p>
            <a:pPr>
              <a:defRPr sz="1800"/>
            </a:pPr>
            <a:r>
              <a:t>Step 2: ROI &amp; compliance checks</a:t>
            </a:r>
          </a:p>
          <a:p>
            <a:pPr>
              <a:defRPr sz="1800"/>
            </a:pPr>
            <a:r>
              <a:t>Step 3: Scale with governance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Human-in-the-Loop (HITL)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 assists, humans approve</a:t>
            </a:r>
          </a:p>
          <a:p>
            <a:pPr>
              <a:defRPr sz="1800"/>
            </a:pPr>
            <a:r>
              <a:t>Critical decisions always require human review</a:t>
            </a:r>
          </a:p>
          <a:p>
            <a:pPr>
              <a:defRPr sz="1800"/>
            </a:pPr>
            <a:r>
              <a:t>Reassures compliance &amp; trust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IT Operations (AIOps)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Monitor logs &amp; detect anomalies</a:t>
            </a:r>
          </a:p>
          <a:p>
            <a:pPr>
              <a:defRPr sz="1800"/>
            </a:pPr>
            <a:r>
              <a:t>Auto-fix simple issues</a:t>
            </a:r>
          </a:p>
          <a:p>
            <a:pPr>
              <a:defRPr sz="1800"/>
            </a:pPr>
            <a:r>
              <a:t>Escalate unknowns to managers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Multi-agent systems</a:t>
            </a:r>
          </a:p>
          <a:p>
            <a:pPr>
              <a:defRPr sz="1800"/>
            </a:pPr>
            <a:r>
              <a:t>Standardization: MCP, A2A, ADK</a:t>
            </a:r>
          </a:p>
          <a:p>
            <a:pPr>
              <a:defRPr sz="1800"/>
            </a:pPr>
            <a:r>
              <a:t>Agentic RAG with knowledge graphs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