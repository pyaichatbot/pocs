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Wallet adoption is accelerating in Europe. The agent validates KYC, checks device/app signals, and drafts a personalized onboarding decision with citations. MCP enforces scoped API access and full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MCP to connect models to compliance rules and payment systems. The agent auto-checks rules, escalates edge cases to human approvers, and records explainability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to self-service deployments. The agent correlates logs/metrics, applies runbooks for quick fixes, and opens tickets for complex incidents—with MCP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public revenue optimization wins. Show an agent creating a weekly leakage report, citing accounts/transactions and indicating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Wrap-up governance: prompts include policy reminders; context packs hold approved snippets; MCP controls access; DPIA templates ensure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1: Digital Wallet Growth &amp; Acquiring (EU/UK)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Agent automates wallet onboarding &amp; risk profiling</a:t>
            </a:r>
          </a:p>
          <a:p>
            <a:pPr>
              <a:defRPr sz="1800"/>
            </a:pPr>
            <a:r>
              <a:t>Personalized prompts based on wallet usage patterns</a:t>
            </a:r>
          </a:p>
          <a:p>
            <a:pPr>
              <a:defRPr sz="1800"/>
            </a:pPr>
            <a:r>
              <a:t>MCP to issuing/acquiring APIs; answers cite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2: Instant Payments Compliance (EU)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 mediates checks against SEPA/instant payment policies</a:t>
            </a:r>
          </a:p>
          <a:p>
            <a:pPr>
              <a:defRPr sz="1800"/>
            </a:pPr>
            <a:r>
              <a:t>Agent flags exceptions and routes to HITL approval</a:t>
            </a:r>
          </a:p>
          <a:p>
            <a:pPr>
              <a:defRPr sz="1800"/>
            </a:pPr>
            <a:r>
              <a:t>Full audit trail for regulators (who/what/when/why)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3: IT Ops &amp; Self‑Service Devices (Pan‑Europe)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Agent monitors device telemetry &amp; payment failures</a:t>
            </a:r>
          </a:p>
          <a:p>
            <a:pPr>
              <a:defRPr sz="1800"/>
            </a:pPr>
            <a:r>
              <a:t>Auto‑remediates known issues; escalates unknowns</a:t>
            </a:r>
          </a:p>
          <a:p>
            <a:pPr>
              <a:defRPr sz="1800"/>
            </a:pPr>
            <a:r>
              <a:t>Operational dashboard with evidence and success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4: Revenue Leakage Detection (Eurozone Bank)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Context‑driven RAG finds anomalies in fees &amp; waivers</a:t>
            </a:r>
          </a:p>
          <a:p>
            <a:pPr>
              <a:defRPr sz="1800"/>
            </a:pPr>
            <a:r>
              <a:t>Agent drafts findings with citations and confidence</a:t>
            </a:r>
          </a:p>
          <a:p>
            <a:pPr>
              <a:defRPr sz="1800"/>
            </a:pPr>
            <a:r>
              <a:t>Managers approve recovery actions (HITL)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5: Risk &amp; Compliance Governance (EMEA)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Agents embed policy prompts + context packs (GDPR/AML)</a:t>
            </a:r>
          </a:p>
          <a:p>
            <a:pPr>
              <a:defRPr sz="1800"/>
            </a:pPr>
            <a:r>
              <a:t>MCP access scopes + per‑tool audit logs</a:t>
            </a:r>
          </a:p>
          <a:p>
            <a:pPr>
              <a:defRPr sz="1800"/>
            </a:pPr>
            <a:r>
              <a:t>Playbooks for DPIA &amp; model risk assessments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